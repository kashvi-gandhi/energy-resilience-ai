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1"/>
    </p:embeddedFont>
    <p:embeddedFont>
      <p:font typeface="Roboto Slab" pitchFamily="2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6:59:57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24575,'-1'3'0,"0"0"0,0 0 0,0 0 0,0 0 0,-1 1 0,1-2 0,-1 1 0,0 0 0,-2 3 0,-10 19 0,12-12 0,0 0 0,1 0 0,1 21 0,3 5 0,-3-49 0,-1-2 0,2 0 0,-1 1 0,1-1 0,4-17 0,0 23 0,-3 13 0,-2 15 0,-23 49 0,27-84 0,-1-1 0,3-27 0,2-11 0,-2 42 0,-1 16 0,0 18 0,-7-12 0,0 0 0,-1 0 0,-1 0 0,1 0 0,-2-1 0,-10 21 0,14-30 0,1-3 0,0 1 0,0-1 0,0 1 0,0 0 0,0-1 0,-1 1 0,1 0 0,0-1 0,0 1 0,0 0 0,0-1 0,0 1 0,-1 0 0,1-1 0,0 1 0,0 0 0,-1-1 0,1 1 0,0 0 0,-1 0 0,1-1 0,0 1 0,-1 0 0,1 0 0,0 0 0,-1 0 0,1-1 0,0 1 0,-1 0 0,1 0 0,0 0 0,-1 0 0,1 0 0,-1 0 0,1 0 0,0 0 0,-1 0 0,1 0 0,0 0 0,-1 0 0,1 0 0,-1 0 0,1 0 0,0 1 0,-1-1 0,1 0 0,0 0 0,-1 0 0,1 1 0,0-1 0,-1 0 0,1 0 0,0 1 0,0-1 0,-1 0 0,1 0 0,0 1 0,0-1 0,0 0 0,-1 1 0,1-1 0,0 0 0,0 1 0,0-1 0,0 1 0,0-1 0,-1 1 0,-6-30 0,8 17 0,0 0 0,1 0 0,0 1 0,1-1 0,6-16 0,-6 6 0,-3 21 0,0 1 0,0-1 0,0 1 0,0 0 0,0-1 0,0 1 0,0 0 0,-1-1 0,1 1 0,0 0 0,0-1 0,0 1 0,0 0 0,-1-1 0,1 1 0,0 0 0,-1 0 0,1-1 0,0 1 0,0 0 0,-1 0 0,1-1 0,0 1 0,-1 0 0,1 0 0,0 0 0,-1 0 0,0-1 0,0 2 0,-1-1 0,0 0 0,1 1 0,-1 0 0,1-1 0,-1 1 0,1 0 0,0-1 0,-1 1 0,1 0 0,0 0 0,-1 0 0,1 0 0,0 0 0,0 1 0,0-1 0,0 0 0,0 0 0,0 1 0,-1 1 0,1-1 0,0 1 0,0-1 0,0 0 0,0 0 0,0 1 0,0-1 0,1 1 0,-1-1 0,1 1 0,-1 3 0,1-6 0,0 0 0,0 1 0,0-1 0,0 0 0,0 1 0,0-1 0,0 1 0,1-1 0,-1 0 0,0 1 0,0-1 0,0 0 0,0 1 0,0-1 0,1 0 0,-1 1 0,0-1 0,0 0 0,1 1 0,-1-1 0,0 0 0,0 0 0,1 1 0,-1-1 0,0 0 0,1 0 0,0 1 0,0-1 0,0 0 0,0-1 0,0 1 0,0 0 0,0 0 0,0 0 0,-1 0 0,1-1 0,0 1 0,0 0 0,0-1 0,0 1 0,-1-1 0,1 1 0,1-2 0,-1 2 0,0-1 0,0 1 0,0-1 0,0 0 0,0 1 0,0-1 0,0 0 0,0 0 0,-1 0 0,1 0 0,0 0 0,-1 0 0,1 0 0,-1 0 0,1 0 0,-1 0 0,1 0 0,-1 0 0,1 0 0,-1 0 0,0 0 0,0 0 0,0-1 0,0 1 0,0 0 0,0 0 0,0 0 0,0 0 0,0-1 0,0 1 0,-1 0 0,1 0 0,-1-2 0,0 2 0,1 0 0,-1 1 0,0-1 0,1 0 0,-1 0 0,0 1 0,0-1 0,0 1 0,0-1 0,1 1 0,-1-1 0,0 1 0,0-1 0,0 1 0,0 0 0,0-1 0,0 1 0,0 0 0,0 0 0,0 0 0,0 0 0,0 0 0,0 0 0,0 0 0,0 0 0,0 0 0,0 1 0,0-1 0,0 0 0,0 1 0,0-1 0,0 0 0,0 1 0,0-1 0,0 1 0,0 0 0,0 0 0,-1 0 0,0 1 0,0 0 0,1-1 0,-1 1 0,0 0 0,1 0 0,0 0 0,-1 0 0,1 0 0,0 0 0,0 0 0,0 0 0,1 1 0,-1-1 0,0 0 0,1 0 0,-1 4 0,1-5 0,0 0 0,0 0 0,0 0 0,0 0 0,0 0 0,0 0 0,0 0 0,0 0 0,0 0 0,1 0 0,-1 0 0,0 0 0,1 0 0,-1 0 0,0 0 0,1 0 0,-1-1 0,1 1 0,0 0 0,-1 0 0,1 0 0,0-1 0,-1 1 0,1 0 0,0-1 0,0 1 0,0 0 0,-1-1 0,1 1 0,0-1 0,0 0 0,0 1 0,0-1 0,0 0 0,0 1 0,0-1 0,0 0 0,0 0 0,0 0 0,0 0 0,1 0 0,1-1 0,0 1 0,-1-1 0,1 0 0,0 0 0,-1 0 0,1 0 0,-1-1 0,0 1 0,1-1 0,-1 1 0,0-1 0,3-2 0,-5 3 0,1 1 0,0-1 0,-1 1 0,1-1 0,0 1 0,-1-1 0,1 1 0,-1-1 0,1 0 0,-1 1 0,1-1 0,-1 0 0,1 1 0,-1-1 0,0 0 0,1 0 0,-1 1 0,0-1 0,0 0 0,0 0 0,0 0 0,1 1 0,-1-1 0,0 0 0,0 0 0,0 0 0,-1 1 0,1-1 0,0 0 0,0 0 0,0 0 0,-1 1 0,1-1 0,0 0 0,-1 0 0,1 1 0,0-1 0,-1 0 0,1 1 0,-1-1 0,1 0 0,-1 1 0,-1-2 0,1 1 0,0 0 0,-1 0 0,1 1 0,-1-1 0,1 0 0,-1 1 0,1-1 0,-1 1 0,1-1 0,-1 1 0,1 0 0,-1 0 0,1 0 0,-1-1 0,0 2 0,1-1 0,-1 0 0,1 0 0,-1 0 0,-2 1 0,1 1 0,0-1 0,0 1 0,1-1 0,-1 1 0,0 0 0,1 0 0,-1 0 0,1 0 0,-4 5 0,-3 5 0,0 0 0,2 1 0,-11 20 0,13-23 0,1-2 0,1-5 0,1 1 0,0 0 0,0 0 0,0 1 0,0-1 0,0 0 0,1 1 0,0-1 0,0 0 0,0 1 0,0 0 0,1 5 0,0-9 0,0-1 0,0 0 0,0 1 0,1-1 0,-1 1 0,0-1 0,0 0 0,0 1 0,1-1 0,-1 0 0,0 1 0,1-1 0,-1 0 0,0 1 0,1-1 0,-1 0 0,0 0 0,1 1 0,-1-1 0,1 0 0,-1 0 0,0 0 0,1 0 0,-1 0 0,1 1 0,-1-1 0,0 0 0,1 0 0,-1 0 0,1 0 0,-1 0 0,1 0 0,15-9 0,7-17 0,-23 25 0,19-30 0,-15 13 0,-4 18 0,0 0 0,0-1 0,-1 1 0,1-1 0,0 1 0,0 0 0,0-1 0,0 1 0,0 0 0,-1-1 0,1 1 0,0 0 0,0-1 0,0 1 0,-1 0 0,1-1 0,0 1 0,-1 0 0,1 0 0,0-1 0,-1 1 0,1 0 0,0 0 0,-1 0 0,1-1 0,0 1 0,-1 0 0,1 0 0,0 0 0,-1 0 0,1 0 0,-1 0 0,0 0 0,0 0 0,-1 0 0,0 1 0,0-1 0,0 1 0,1 0 0,-1 0 0,0-1 0,1 1 0,-1 0 0,1 0 0,-1 0 0,1 1 0,-1-1 0,1 0 0,0 0 0,0 1 0,-1-1 0,1 1 0,0-1 0,0 1 0,1 0 0,-1-1 0,-1 3 0,0 1 0,0-1 0,0 1 0,0-1 0,1 1 0,-1 0 0,1 0 0,-1 7 0,2-11 0,0-1 0,0 1 0,0-1 0,0 1 0,0-1 0,0 1 0,0-1 0,0 1 0,0-1 0,1 1 0,-1-1 0,0 0 0,0 1 0,0-1 0,1 1 0,-1-1 0,0 1 0,0-1 0,1 0 0,-1 1 0,0-1 0,1 0 0,-1 1 0,0-1 0,1 0 0,-1 0 0,1 1 0,-1-1 0,0 0 0,1 0 0,0 1 0,17-4 0,-15 1 0,0 1 0,0-1 0,0 0 0,0 0 0,0 0 0,-1 0 0,1 0 0,4-5 0,-7 6 0,1-1 0,0 1 0,0 0 0,0-1 0,-1 1 0,1 0 0,-1-1 0,1 1 0,-1-1 0,0 1 0,1-1 0,-1 1 0,0-1 0,0 1 0,0-1 0,0 0 0,0 1 0,-1-3 0,0 3 0,1 0 0,-1 0 0,1 0 0,-1 1 0,1-1 0,-1 0 0,0 0 0,0 1 0,1-1 0,-1 0 0,0 1 0,0-1 0,0 1 0,1-1 0,-1 1 0,0 0 0,0-1 0,0 1 0,0 0 0,0-1 0,-2 1 0,1 0 0,-1 0 0,0 0 0,1 0 0,-1 0 0,0 0 0,1 1 0,-1-1 0,1 1 0,-1 0 0,1-1 0,-1 1 0,1 1 0,0-1 0,-1 0 0,1 0 0,0 1 0,0-1 0,0 1 0,0 0 0,0 0 0,-2 2 0,3-3 0,0 0 0,0 1 0,0-1 0,0 1 0,0 0 0,1-1 0,-1 1 0,0 0 0,1-1 0,-1 1 0,1 0 0,0 0 0,-1-1 0,1 1 0,0 0 0,0 0 0,0-1 0,0 1 0,1 0 0,-1 0 0,0 0 0,1-1 0,-1 1 0,1 0 0,0-1 0,0 3 0,0-3 0,0-1 0,0 1 0,0 0 0,0 0 0,0 0 0,0 0 0,0-1 0,0 1 0,0-1 0,1 1 0,-1-1 0,0 1 0,0-1 0,0 1 0,1-1 0,-1 0 0,0 0 0,1 0 0,-1 0 0,0 0 0,0 0 0,1 0 0,-1 0 0,0 0 0,0-1 0,1 1 0,-1 0 0,0-1 0,0 1 0,0-1 0,1 1 0,-1-1 0,0 0 0,0 0 0,0 1 0,1-2 0,1-1 0,1 1 0,-1-1 0,0 0 0,0 0 0,0 0 0,0 0 0,0-1 0,-1 1 0,4-6 0,-6 8 0,1 0 0,-1 0 0,0 1 0,1-1 0,-1 0 0,0 1 0,0-1 0,0 0 0,0 0 0,0 1 0,0-1 0,0 0 0,0 0 0,0 1 0,0-1 0,0 0 0,0 0 0,0 1 0,-1-1 0,1 0 0,0 0 0,-1 0 0,0 0 0,0 0 0,-1 0 0,1 0 0,0 0 0,0 1 0,0-1 0,-1 0 0,1 1 0,0-1 0,-1 1 0,1 0 0,0-1 0,-1 1 0,1 0 0,-1 0 0,1 0 0,-2 0 0,-2 0 0,1 0 0,-1 0 0,1 1 0,0 0 0,-1 0 0,1 0 0,0 0 0,-7 3 0,10-3 0,0-1 0,0 1 0,0-1 0,0 1 0,0-1 0,0 1 0,0 0 0,0-1 0,0 1 0,0 0 0,1 0 0,-1 0 0,0 0 0,0 0 0,1 0 0,-1 0 0,0 0 0,1 0 0,-1 0 0,1 0 0,0 0 0,-1 0 0,1 1 0,0-1 0,0 0 0,-1 0 0,1 0 0,0 1 0,0-1 0,1 0 0,-1 0 0,0 0 0,0 1 0,0-1 0,1 0 0,0 2 0,0-2 0,0 0 0,-1-1 0,1 1 0,0 0 0,0 0 0,0-1 0,0 1 0,0-1 0,0 1 0,0-1 0,1 1 0,-1-1 0,0 0 0,0 1 0,0-1 0,0 0 0,1 0 0,-1 0 0,0 0 0,0 0 0,0 0 0,1 0 0,0-1 0,34-4 0,-32 4 0,1-1 0,0 0 0,-1 0 0,1 0 0,-1-1 0,1 0 0,6-6 0,-10 8 0,0 0 0,1 0 0,-1 0 0,0 0 0,0 0 0,-1 0 0,1 0 0,0-1 0,0 1 0,-1 0 0,1-1 0,0-1 0,-1 3 0,0-1 0,0 1 0,0-1 0,0 1 0,0-1 0,0 0 0,0 1 0,0-1 0,-1 1 0,1-1 0,0 1 0,0-1 0,-1 1 0,1 0 0,0-1 0,0 1 0,-1-1 0,1 1 0,-1-1 0,1 1 0,0 0 0,-1-1 0,1 1 0,-1 0 0,1 0 0,-1-1 0,1 1 0,-1 0 0,1 0 0,-1-1 0,1 1 0,-1 0 0,0 0 0,-2-1 0,1 1 0,-1 0 0,1 0 0,-1-1 0,0 1 0,1 1 0,-1-1 0,0 0 0,1 1 0,-1-1 0,1 1 0,-1 0 0,1 0 0,-1 0 0,1 0 0,0 0 0,-1 1 0,1-1 0,-3 3 0,4-3 0,-1 0 0,1 0 0,0 0 0,-1 0 0,1 0 0,0 1 0,0-1 0,0 1 0,0-1 0,0 1 0,0-1 0,0 1 0,0-1 0,0 1 0,1 0 0,-1-1 0,1 1 0,0 0 0,-1 0 0,1-1 0,0 1 0,0 0 0,0 0 0,0-1 0,0 1 0,0 0 0,1 0 0,-1 0 0,1 2 0,-1-4 0,1 1 0,-1-1 0,0 1 0,1-1 0,-1 1 0,0-1 0,1 1 0,-1-1 0,0 0 0,1 1 0,-1-1 0,1 1 0,-1-1 0,1 0 0,-1 1 0,1-1 0,-1 0 0,1 0 0,-1 1 0,1-1 0,-1 0 0,1 0 0,0 0 0,-1 0 0,1 0 0,-1 0 0,1 0 0,0 0 0,20-8 0,-17 6 0,0-1 0,0 0 0,0 0 0,0-1 0,-1 1 0,5-6 0,-9 10 0,0 0 0,0 0 0,0 0 0,0 0 0,0 0 0,0 0 0,0 0 0,0 0 0,-1-1 0,1 1 0,0 0 0,-1-1 0,1 1 0,0-1 0,-1 0 0,1 1 0,-1-1 0,1 0 0,-1 0 0,1 0 0,-1 0 0,1 0 0,0 0 0,-1 0 0,1 0 0,-1-1 0,1 1 0,-1-1 0,1 1 0,0-1 0,-1 1 0,1-1 0,0 0 0,0 1 0,-1-1 0,1 0 0,0 0 0,0 0 0,0 0 0,0 0 0,0 0 0,0-1 0,0 1 0,1 0 0,-1 0 0,0-1 0,1 1 0,-1 0 0,1-1 0,-1 1 0,1 0 0,-1-1 0,1 1 0,0-1 0,0 1 0,0-1 0,0 1 0,0-1 0,0 1 0,0 0 0,1-1 0,-1 1 0,0-1 0,1 1 0,-1-1 0,2-1 0,-3 3 0,1 1 0,-1 0 0,1 0 0,-1-1 0,1 1 0,0 0 0,-1 0 0,1 0 0,0 0 0,-1 0 0,1 0 0,0 0 0,0 0 0,0 0 0,0 0 0,0 0 0,0 0 0,0-1 0,0 1 0,0 0 0,0 0 0,1 0 0,-1 0 0,0 0 0,1 0 0,-1 0 0,0 0 0,2 1 0,-1-1 0,0 0 0,0-1 0,0 1 0,1 0 0,-1-1 0,0 1 0,0-1 0,1 1 0,-1-1 0,0 1 0,1-1 0,-1 0 0,0 0 0,1 0 0,-1 0 0,0 0 0,3 0 0,-3 0 0,1 0 0,-1 0 0,0 0 0,1 0 0,-1 0 0,0 0 0,1-1 0,-1 1 0,0 0 0,1-1 0,-1 1 0,0-1 0,0 0 0,1 1 0,-1-1 0,0 0 0,0 0 0,0 0 0,0 0 0,0 1 0,0-2 0,0 1 0,0 0 0,-1 0 0,1 0 0,0 0 0,-1 0 0,1-1 0,0 1 0,-1 0 0,0 0 0,1-1 0,-1 1 0,0 0 0,1-1 0,-1 1 0,0-1 0,0 1 0,0 0 0,0-1 0,-1-1 0,1 2-54,-1 1-1,1-1 0,0 1 1,-1-1-1,1 1 1,-1-1-1,1 1 0,-1-1 1,1 1-1,-1 0 1,1-1-1,-1 1 0,1 0 1,-1 0-1,0-1 0,1 1 1,-1 0-1,1 0 1,-1 0-1,0-1 0,1 1 1,-1 0-1,1 0 1,-2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7:40:33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24329,'46'-2'0,"-31"45"0,-2-86 0,31 40 0,-81-22 0,50-19 0,-49 73 0,-2-54 0,54 67 0,-52-14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7:40:36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24575,'-8'11'0,"-1"0"0,2 1 0,-1 0 0,2 0 0,0 1 0,0-1 0,1 1 0,1 1 0,0-1 0,0 1 0,2-1 0,0 1 0,-1 23 0,3-36-52,0 0-1,0-1 1,0 1-1,0-1 1,0 1-1,0 0 1,0-1-1,0 1 1,0-1-1,0 1 1,0 0-1,1-1 1,-1 1-1,0-1 1,0 1-1,1-1 1,-1 1-1,0-1 1,1 1-1,-1-1 0,1 1 1,-1-1-1,0 1 1,1-1-1,0 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7:40:44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113 173 24575,'-8'1'0,"0"1"0,0 0 0,0 0 0,0 1 0,1 0 0,-1 1 0,1 0 0,0 0 0,0 0 0,0 1 0,1 0 0,0 0 0,-10 10 0,16-14 0,0-1 0,0 0 0,0 0 0,0 0 0,0 0 0,-1 0 0,1 0 0,0 0 0,0 0 0,0 1 0,0-1 0,0 0 0,0 0 0,0 0 0,0 0 0,0 0 0,0 0 0,-1 1 0,1-1 0,0 0 0,0 0 0,0 0 0,0 0 0,0 1 0,0-1 0,0 0 0,0 0 0,0 0 0,0 0 0,0 0 0,0 1 0,0-1 0,1 0 0,-1 0 0,0 0 0,0 0 0,0 0 0,0 1 0,0-1 0,0 0 0,0 0 0,0 0 0,0 0 0,0 0 0,1 0 0,-1 1 0,0-1 0,0 0 0,0 0 0,0 0 0,0 0 0,0 0 0,1 0 0,-1 0 0,0 0 0,14 1 0,16-5 0,-21 1 0,-1-1 0,1 0 0,-1-1 0,0 0 0,0 0 0,0-1 0,-1 0 0,1 0 0,-2-1 0,10-10 0,-16 17 0,0-1 0,1 1 0,-1 0 0,0-1 0,1 1 0,-1-1 0,0 1 0,0-1 0,1 1 0,-1 0 0,0-1 0,0 1 0,0-1 0,0 1 0,0-1 0,0 1 0,0-1 0,0 1 0,0-1 0,0 1 0,0-1 0,0 1 0,0-1 0,0 1 0,0-1 0,0 1 0,0-1 0,-1 1 0,1-1 0,0 1 0,0-1 0,-1 1 0,1-1 0,0 1 0,0 0 0,-1-1 0,-1 0 0,1 0 0,-1 0 0,0 1 0,1-1 0,-1 0 0,0 1 0,1 0 0,-1-1 0,0 1 0,1 0 0,-4 0 0,2-1 0,0 1 0,0 0 0,-1 1 0,1-1 0,0 0 0,0 1 0,0 0 0,0-1 0,0 1 0,0 1 0,0-1 0,0 0 0,-5 4 0,7-5 0,1 1 0,-1-1 0,1 1 0,-1-1 0,1 1 0,-1-1 0,1 1 0,-1 0 0,1-1 0,-1 1 0,1 0 0,0 0 0,0-1 0,-1 1 0,1 0 0,0 0 0,0-1 0,0 1 0,0 0 0,0 0 0,0-1 0,0 1 0,0 0 0,0 0 0,0 0 0,0 0 0,1 0 0,0 0 0,-1-1 0,1 1 0,0-1 0,0 1 0,0-1 0,-1 0 0,1 1 0,0-1 0,0 0 0,0 1 0,0-1 0,0 0 0,0 0 0,0 0 0,-1 0 0,1 0 0,1 0 0,5 0 0,-1-1 0,0 0 0,0 0 0,1 0 0,6-3 0,-11 3 0,-1 1 0,0-1 0,1 0 0,-1 1 0,1-1 0,-1 0 0,0 0 0,0 0 0,1 0 0,-1 0 0,0 0 0,0-1 0,0 1 0,0 0 0,1-3 0,-5-3 0,-15 3 0,21 4 0,-1 0 0,0-1 0,0 1 0,0-1 0,-1 1 0,1-1 0,0 0 0,0 0 0,0 0 0,0 0 0,-1 0 0,4-3 0,-5 4 0,1-1 0,0 1 0,-1-1 0,1 0 0,0 1 0,-1-1 0,1 0 0,-1 0 0,1 0 0,-1 1 0,0-1 0,1 0 0,-1 0 0,0 0 0,1 0 0,-1 0 0,0 1 0,0-1 0,0 0 0,0 0 0,0 0 0,0 0 0,0 0 0,0 0 0,0 0 0,0 0 0,-1 0 0,1 1 0,0-1 0,-1 0 0,1 0 0,-1 0 0,1 0 0,-1 1 0,0-2 0,-1 0 0,0 1 0,1 0 0,-1 0 0,0 0 0,0 0 0,0 1 0,0-1 0,0 1 0,0-1 0,0 1 0,0-1 0,0 1 0,0 0 0,-3 0 0,5 0 0,-1 0 0,0 0 0,1-1 0,-1 1 0,0 0 0,1 0 0,-1 0 0,1 0 0,-1 0 0,0 0 0,1 0 0,-1 0 0,0 0 0,1 1 0,-1-1 0,0 0 0,1 0 0,-1 0 0,1 1 0,-1-1 0,0 0 0,1 1 0,-1-1 0,1 0 0,-1 1 0,1-1 0,-1 1 0,1-1 0,0 1 0,-1-1 0,1 1 0,0-1 0,-1 1 0,1 0 0,0-1 0,-1 1 0,1-1 0,0 1 0,0 0 0,0-1 0,0 1 0,-1-1 0,1 2 0,1-1 0,0 0 0,-1-1 0,1 1 0,0 0 0,0 0 0,-1-1 0,1 1 0,0-1 0,0 1 0,0 0 0,0-1 0,0 0 0,0 1 0,0-1 0,0 1 0,0-1 0,0 0 0,0 0 0,0 0 0,0 0 0,0 1 0,0-1 0,0-1 0,0 1 0,0 0 0,0 0 0,0 0 0,0 0 0,0-1 0,0 1 0,0 0 0,1-2 0,33-12 0,-34 13 0,0 1 0,1-1 0,-1 0 0,0 0 0,0 1 0,1-1 0,-1 0 0,0 0 0,0 0 0,0 0 0,0-1 0,-1 1 0,1 0 0,0 0 0,0-1 0,-1 1 0,1 0 0,0-1 0,-1 1 0,0 0 0,1-1 0,-1 1 0,0-1 0,1 1 0,-1-2 0,-1 2 0,1-1 0,-1 1 0,1 0 0,-1 0 0,1 0 0,-1 0 0,0 0 0,0 0 0,0 0 0,1 0 0,-1 0 0,0 0 0,0 0 0,0 1 0,0-1 0,0 0 0,-1 1 0,1-1 0,0 1 0,0-1 0,-3 0 0,3 0 0,0 1 0,-1-1 0,0 1 0,1-1 0,-1 1 0,1 0 0,-1 0 0,1-1 0,-1 1 0,0 0 0,1 0 0,-1 1 0,1-1 0,-1 0 0,1 0 0,-1 1 0,1-1 0,-1 1 0,1 0 0,-1-1 0,1 1 0,-1 0 0,1 0 0,0 0 0,-1 0 0,1 0 0,0 0 0,0 0 0,0 0 0,0 0 0,0 1 0,0-1 0,0 0 0,0 1 0,1-1 0,-1 1 0,0-1 0,1 0 0,-1 1 0,1 0 0,0-1 0,-1 1 0,1-1 0,0 3 0,0-3 0,0-1 0,0 1 0,0-1 0,0 1 0,0-1 0,0 1 0,0-1 0,0 1 0,0-1 0,1 1 0,-1-1 0,0 0 0,0 1 0,0-1 0,1 1 0,-1-1 0,0 1 0,0-1 0,1 0 0,-1 1 0,0-1 0,1 0 0,-1 1 0,1-1 0,-1 0 0,0 1 0,1-1 0,-1 0 0,1 0 0,-1 0 0,2 1 0,17-3 0,-15 0 0,-1 1 0,0 0 0,1-1 0,-1 0 0,0 0 0,0 0 0,0 0 0,5-5 0,-7 7 0,-1-1 0,1 0 0,0 1 0,-1-1 0,1 0 0,-1 0 0,0 1 0,1-1 0,-1 0 0,0 0 0,1 0 0,-1 0 0,0 1 0,0-1 0,0 0 0,0 0 0,0 0 0,0 0 0,0 0 0,0 0 0,0 0 0,0 1 0,0-1 0,0 0 0,-1 0 0,1 0 0,0 0 0,-1 0 0,1 1 0,-1-1 0,1 0 0,-1 0 0,1 1 0,-1-1 0,1 0 0,-1 1 0,0-1 0,1 1 0,-1-1 0,0 0 0,0 1 0,1 0 0,-1-1 0,-1 0 0,-1 0 0,1 0 0,-1 1 0,1-1 0,0 0 0,-1 1 0,1-1 0,-1 1 0,0 0 0,1 0 0,-1 0 0,1 0 0,-1 0 0,1 1 0,-1-1 0,-2 2 0,5-2 0,-1 0 0,1 0 0,0 0 0,-1 0 0,1 0 0,0 0 0,-1 0 0,1 0 0,0 0 0,-1 0 0,1 0 0,0 0 0,0 1 0,-1-1 0,1 0 0,0 0 0,-1 0 0,1 0 0,0 1 0,0-1 0,0 0 0,-1 0 0,1 1 0,0-1 0,0 0 0,0 0 0,-1 1 0,1-1 0,0 0 0,0 1 0,0-1 0,0 0 0,0 0 0,0 1 0,0-1 0,0 0 0,0 1 0,0-1 0,0 0 0,0 1 0,0-1 0,0 0 0,0 1 0,0-1 0,0 0 0,0 1 0,0-1 0,0 0 0,1 0 0,-1 1 0,0-1 0,0 0 0,0 0 0,0 1 0,1-1 0,-1 0 0,0 0 0,0 1 0,1-1 0,-1 0 0,0 0 0,0 0 0,1 1 0,-1-1 0,0 0 0,1 0 0,21 7 0,-20-7 0,-1 0 0,0-1 0,1 1 0,-1 0 0,0 0 0,0-1 0,1 1 0,-1-1 0,0 1 0,0-1 0,0 0 0,0 1 0,1-1 0,-1 0 0,0 0 0,0 0 0,0 0 0,-1 0 0,1 0 0,0 0 0,0 0 0,0 0 0,-1 0 0,1 0 0,-1 0 0,1 0 0,-1-1 0,1 1 0,-1 0 0,0-1 0,1 1 0,-1 0 0,0-1 0,0 1 0,0-2 0,0 2 0,0 0 0,-1 0 0,1 0 0,0 0 0,-1 0 0,1 0 0,-1 1 0,1-1 0,-1 0 0,1 0 0,-1 0 0,1 1 0,-1-1 0,0 0 0,0 0 0,1 1 0,-1-1 0,0 1 0,0-1 0,0 1 0,1-1 0,-1 1 0,0-1 0,0 1 0,0 0 0,0 0 0,0-1 0,0 1 0,0 0 0,0 0 0,0 0 0,0 0 0,0 0 0,0 0 0,0 0 0,0 0 0,0 1 0,0-1 0,0 0 0,0 0 0,0 1 0,0-1 0,1 1 0,-1-1 0,0 1 0,-1 0 0,1-1 0,1 0 0,0 0 0,-1 0 0,1 1 0,-1-1 0,1 0 0,0 0 0,-1 0 0,1 0 0,-1 0 0,1 0 0,0 1 0,-1-1 0,1 0 0,0 0 0,-1 1 0,1-1 0,0 0 0,0 0 0,-1 1 0,1-1 0,0 0 0,0 1 0,-1-1 0,1 0 0,0 1 0,0-1 0,0 1 0,0-1 0,-1 0 0,1 1 0,0-1 0,0 1 0,0-1 0,0 0 0,0 1 0,0-1 0,0 1 0,0-1 0,0 0 0,0 1 0,0-1 0,1 0 0,-1 1 0,0-1 0,0 1 0,0-1 0,0 0 0,1 1 0,-1-1 0,0 0 0,0 1 0,1-1 0,-1 0 0,0 1 0,1-1 0,-1 0 0,1 1 0,0 0 0,1 0 0,-1 0 0,1-1 0,0 1 0,0 0 0,-1 0 0,1-1 0,0 1 0,0-1 0,0 0 0,2 1 0,-2-2 0,0 1 0,0-1 0,0 1 0,-1-1 0,1 0 0,0 1 0,0-1 0,-1 0 0,1 0 0,0-1 0,-1 1 0,1 0 0,1-2 0,-4 3 0,1 0 0,0 0 0,0 0 0,-1 0 0,1 0 0,0 0 0,-1 1 0,1-1 0,-1 0 0,1 0 0,0 0 0,-1 0 0,1-1 0,0 1 0,-1 0 0,1 0 0,0 0 0,-1 0 0,1 0 0,0 0 0,0 0 0,-1-1 0,1 1 0,0 0 0,-1 0 0,1 0 0,0-1 0,0 1 0,-1 0 0,1 0 0,0-1 0,0 1 0,0 0 0,-1-1 0,1 1 0,0 0 0,0 0 0,0-1 0,0 1 0,0 0 0,0-1 0,0 1 0,0 0 0,-1-1 0,1 1 0,0-1 0,0 1 0,1 0 0,-1-1 0,0 1 0,0 0 0,0-1 0,0 1 0,0 0 0,0-1 0,0 1 0,0 0 0,1 0 0,-1-1 0,0 1 0,0 0 0,0-1 0,1 1 0,-1 0 0,0 0 0,0 0 0,1-1 0,-2 1 0,0 0 0,0 1 0,1-1 0,-1 0 0,0 0 0,0 1 0,0-1 0,1 0 0,-1 1 0,0-1 0,0 1 0,1-1 0,-1 1 0,0 0 0,1-1 0,-1 1 0,1 0 0,-1-1 0,0 1 0,1 0 0,0-1 0,-1 1 0,1 0 0,-1 0 0,1 0 0,0 0 0,0-1 0,-1 1 0,1 0 0,0 0 0,0 0 0,0 0 0,0 0 0,0 0 0,0 1 0,0-1 0,0 0 0,1 0 0,-1 0 0,0 0 0,0 0 0,0 0 0,1 0 0,-1 0 0,0 0 0,1 0 0,-1 0 0,1 0 0,-1 0 0,1 0 0,0 0 0,-1 0 0,1-1 0,0 1 0,0 0 0,-1 0 0,1-1 0,0 1 0,0-1 0,0 1 0,0-1 0,0 1 0,0-1 0,0 1 0,0-1 0,0 0 0,0 1 0,0-1 0,1 0 0,1 0 0,0-1 0,-1 1 0,1-1 0,0 0 0,-1 0 0,1 0 0,-1 0 0,1 0 0,-1 0 0,0-1 0,1 1 0,-1-1 0,0 0 0,3-2 0,-4 3 0,-1 1 0,1-1 0,0 0 0,0 1 0,-1-1 0,1 0 0,-1 0 0,1 1 0,0-1 0,-1 0 0,0 0 0,1 0 0,-1 1 0,1-1 0,-1 0 0,0 0 0,0 0 0,1 0 0,-1 0 0,0 0 0,0 0 0,0 0 0,0 0 0,0 0 0,0 0 0,0 0 0,-1 0 0,1 1 0,0-1 0,0 0 0,-1 0 0,1 0 0,0 0 0,-1 0 0,1 0 0,-1 1 0,0-1 0,1 0 0,-1 0 0,1 1 0,-1-1 0,0 0 0,-1 0 0,1 1 0,0 0 0,0 0 0,0 0 0,0 0 0,-1 0 0,1 0 0,0 0 0,0 1 0,0-1 0,0 0 0,0 1 0,-1-1 0,1 1 0,0-1 0,0 1 0,0-1 0,0 1 0,0 0 0,1 0 0,-1-1 0,0 1 0,0 0 0,0 0 0,1 0 0,-1 0 0,0 0 0,1 0 0,-1 0 0,0 2 0,-2 0 0,1 1 0,0 0 0,0-1 0,0 1 0,0 0 0,1 0 0,-3 7 0,4-10 0,0 0 0,0 0 0,0-1 0,-1 1 0,1 0 0,0 0 0,0 0 0,1 0 0,-1-1 0,0 1 0,0 0 0,0 0 0,0 0 0,1 0 0,-1-1 0,0 1 0,1 0 0,-1 0 0,1-1 0,-1 1 0,1 0 0,-1-1 0,1 1 0,-1 0 0,1-1 0,1 1 0,-1 0 0,-1-1 0,1 0 0,0 0 0,0 0 0,0 0 0,0 0 0,-1 0 0,1-1 0,0 1 0,0 0 0,0 0 0,-1 0 0,1-1 0,0 1 0,0 0 0,-1-1 0,1 1 0,0-1 0,-1 1 0,2-2 0,-1 2 0,0-1 0,0 0 0,0 0 0,0 1 0,0-1 0,0 0 0,0 0 0,0 0 0,-1 0 0,1 0 0,0 0 0,-1 0 0,1 0 0,-1 0 0,1 0 0,-1 0 0,1 0 0,-1-1 0,0 1 0,0 0 0,1 0 0,-1 0 0,0-1 0,0 1 0,0 0 0,0 0 0,-1-1 0,1 1 0,0 0 0,0 0 0,-1 0 0,1 0 0,-1-1 0,0 0 0,-3 40 0,4-5 0,0-55 0,0 9 0,-1 14 0,-3 29 0,-3 18 0,5-45-1365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7:01:54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7:01:55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7:04:55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7:05:03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88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customXml" Target="../ink/ink7.xml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593"/>
          <a:stretch>
            <a:fillRect/>
          </a:stretch>
        </p:blipFill>
        <p:spPr>
          <a:xfrm>
            <a:off x="5580384" y="59205"/>
            <a:ext cx="3495095" cy="50101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3" name="Text 0"/>
          <p:cNvSpPr/>
          <p:nvPr/>
        </p:nvSpPr>
        <p:spPr>
          <a:xfrm>
            <a:off x="496119" y="959718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Resilient India AI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370781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Autonomous Geopolitical Risk Intelligence &amp; Procurement Orchestration Engine (Problem Statement 2)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33553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Turning Reactive Energy Crisis Response into Anticipatory National Defense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968428"/>
            <a:ext cx="1330449" cy="215354"/>
          </a:xfrm>
          <a:prstGeom prst="roundRect">
            <a:avLst>
              <a:gd name="adj" fmla="val 7900"/>
            </a:avLst>
          </a:prstGeom>
          <a:solidFill>
            <a:srgbClr val="D7DFF4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4010918"/>
            <a:ext cx="16175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RESILIENT INDIA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97410" y="3968428"/>
            <a:ext cx="202778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82465" y="4010918"/>
            <a:ext cx="23148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SUPPLY CHAIN RESILIENCE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96035" y="3968428"/>
            <a:ext cx="1127150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1090" y="4010918"/>
            <a:ext cx="14142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2026</a:t>
            </a:r>
            <a:endParaRPr lang="en-US" sz="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0D2572E-D672-2B81-D2BB-C13313F208C0}"/>
                  </a:ext>
                </a:extLst>
              </p14:cNvPr>
              <p14:cNvContentPartPr/>
              <p14:nvPr/>
            </p14:nvContentPartPr>
            <p14:xfrm>
              <a:off x="6554100" y="3103065"/>
              <a:ext cx="71640" cy="88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0D2572E-D672-2B81-D2BB-C13313F20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7980" y="3096945"/>
                <a:ext cx="8388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E864DF0-73D7-018A-0084-311EC39767FA}"/>
                  </a:ext>
                </a:extLst>
              </p14:cNvPr>
              <p14:cNvContentPartPr/>
              <p14:nvPr/>
            </p14:nvContentPartPr>
            <p14:xfrm rot="2111027">
              <a:off x="6923613" y="3173519"/>
              <a:ext cx="42864" cy="41372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E864DF0-73D7-018A-0084-311EC39767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2111027">
                <a:off x="6917129" y="3167403"/>
                <a:ext cx="55111" cy="53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57ED596-431B-E3FC-E65C-A3FDFF430063}"/>
                  </a:ext>
                </a:extLst>
              </p14:cNvPr>
              <p14:cNvContentPartPr/>
              <p14:nvPr/>
            </p14:nvContentPartPr>
            <p14:xfrm>
              <a:off x="6958545" y="3183225"/>
              <a:ext cx="27000" cy="78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57ED596-431B-E3FC-E65C-A3FDFF4300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52425" y="3177105"/>
                <a:ext cx="392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3B0A73-A8B5-93F1-4686-89D231C163DA}"/>
                  </a:ext>
                </a:extLst>
              </p14:cNvPr>
              <p14:cNvContentPartPr/>
              <p14:nvPr/>
            </p14:nvContentPartPr>
            <p14:xfrm>
              <a:off x="6937305" y="3176385"/>
              <a:ext cx="84240" cy="86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3B0A73-A8B5-93F1-4686-89D231C163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31185" y="3170265"/>
                <a:ext cx="96480" cy="9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2B4CA-1122-54A2-7395-C8B97C20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61"/>
            <a:ext cx="9144000" cy="508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8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59EE06-96E4-90CF-F92C-C8D430FCA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085"/>
            <a:ext cx="9144000" cy="484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9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EB791-3716-DA77-F282-943BBD75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05"/>
            <a:ext cx="9144000" cy="51072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2ED146-D669-5079-0504-DB6A86DD8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623"/>
            <a:ext cx="9144000" cy="411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04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529CF-98DA-B205-D9D3-9E4C3D17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2"/>
          <a:stretch>
            <a:fillRect/>
          </a:stretch>
        </p:blipFill>
        <p:spPr>
          <a:xfrm>
            <a:off x="20286" y="48444"/>
            <a:ext cx="9103428" cy="509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0F1F63-EF9D-A372-67B1-704CC23D6A86}"/>
                  </a:ext>
                </a:extLst>
              </p14:cNvPr>
              <p14:cNvContentPartPr/>
              <p14:nvPr/>
            </p14:nvContentPartPr>
            <p14:xfrm>
              <a:off x="4138968" y="2029824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0F1F63-EF9D-A372-67B1-704CC23D6A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2848" y="202370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DFC816-65F0-92F7-65BB-445373CA66DE}"/>
                  </a:ext>
                </a:extLst>
              </p14:cNvPr>
              <p14:cNvContentPartPr/>
              <p14:nvPr/>
            </p14:nvContentPartPr>
            <p14:xfrm>
              <a:off x="4138968" y="2029824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DFC816-65F0-92F7-65BB-445373CA66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2848" y="202370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F6E4868-0BF9-27BD-4CDE-601462E3D810}"/>
                  </a:ext>
                </a:extLst>
              </p14:cNvPr>
              <p14:cNvContentPartPr/>
              <p14:nvPr/>
            </p14:nvContentPartPr>
            <p14:xfrm>
              <a:off x="-103632" y="249624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F6E4868-0BF9-27BD-4CDE-601462E3D8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10112" y="24350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C22FAC4-AA8F-3EFA-6BD2-6AF53A92540A}"/>
                  </a:ext>
                </a:extLst>
              </p14:cNvPr>
              <p14:cNvContentPartPr/>
              <p14:nvPr/>
            </p14:nvContentPartPr>
            <p14:xfrm>
              <a:off x="3090648" y="-85536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C22FAC4-AA8F-3EFA-6BD2-6AF53A9254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4528" y="-9165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4242A91-5EDE-B025-E69B-1D0C1E24DE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61" r="2275"/>
          <a:stretch>
            <a:fillRect/>
          </a:stretch>
        </p:blipFill>
        <p:spPr>
          <a:xfrm>
            <a:off x="37374" y="158670"/>
            <a:ext cx="9106626" cy="491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0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CEA7EA-5C80-0EC0-3C25-AB5BE91D9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82"/>
            <a:ext cx="9144000" cy="50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35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F1E9A-9C2E-7F76-0538-5AED7C3C3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95"/>
          <a:stretch>
            <a:fillRect/>
          </a:stretch>
        </p:blipFill>
        <p:spPr>
          <a:xfrm>
            <a:off x="0" y="264695"/>
            <a:ext cx="9144000" cy="47998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7FCC8C-7F41-2AD4-27E8-7EFE4E0C8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56" r="18430"/>
          <a:stretch>
            <a:fillRect/>
          </a:stretch>
        </p:blipFill>
        <p:spPr>
          <a:xfrm>
            <a:off x="5549425" y="264695"/>
            <a:ext cx="3594575" cy="485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8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35</Words>
  <Application>Microsoft Office PowerPoint</Application>
  <PresentationFormat>On-screen Show (16:9)</PresentationFormat>
  <Paragraphs>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Roboto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lastModifiedBy>Kashvi Gandhi</cp:lastModifiedBy>
  <cp:revision>9</cp:revision>
  <dcterms:created xsi:type="dcterms:W3CDTF">2026-07-22T06:37:13Z</dcterms:created>
  <dcterms:modified xsi:type="dcterms:W3CDTF">2026-07-22T07:48:00Z</dcterms:modified>
</cp:coreProperties>
</file>